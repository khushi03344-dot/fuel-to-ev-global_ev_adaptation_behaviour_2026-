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2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E744E3-6A43-4B3F-9760-C55BF9C71B63}" v="38" dt="2026-07-03T06:42:26.3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preet Kaur" userId="22a09dc532e893db" providerId="LiveId" clId="{AFCD8E34-33E3-444D-AB68-0FE4846032B8}"/>
    <pc:docChg chg="undo custSel addSld modSld sldOrd">
      <pc:chgData name="Manpreet Kaur" userId="22a09dc532e893db" providerId="LiveId" clId="{AFCD8E34-33E3-444D-AB68-0FE4846032B8}" dt="2026-07-03T06:42:26.457" v="2180" actId="27636"/>
      <pc:docMkLst>
        <pc:docMk/>
      </pc:docMkLst>
      <pc:sldChg chg="modSp ord">
        <pc:chgData name="Manpreet Kaur" userId="22a09dc532e893db" providerId="LiveId" clId="{AFCD8E34-33E3-444D-AB68-0FE4846032B8}" dt="2026-07-03T06:42:26.308" v="2178"/>
        <pc:sldMkLst>
          <pc:docMk/>
          <pc:sldMk cId="863676933" sldId="256"/>
        </pc:sldMkLst>
        <pc:spChg chg="mod">
          <ac:chgData name="Manpreet Kaur" userId="22a09dc532e893db" providerId="LiveId" clId="{AFCD8E34-33E3-444D-AB68-0FE4846032B8}" dt="2026-07-03T06:42:26.308" v="2178"/>
          <ac:spMkLst>
            <pc:docMk/>
            <pc:sldMk cId="863676933" sldId="256"/>
            <ac:spMk id="2" creationId="{36556E53-B044-CA12-843D-3B9185A9D395}"/>
          </ac:spMkLst>
        </pc:spChg>
        <pc:spChg chg="mod">
          <ac:chgData name="Manpreet Kaur" userId="22a09dc532e893db" providerId="LiveId" clId="{AFCD8E34-33E3-444D-AB68-0FE4846032B8}" dt="2026-07-03T06:42:26.308" v="2178"/>
          <ac:spMkLst>
            <pc:docMk/>
            <pc:sldMk cId="863676933" sldId="256"/>
            <ac:spMk id="3" creationId="{B3442AC7-072F-FA77-C550-E9A9B698CC07}"/>
          </ac:spMkLst>
        </pc:spChg>
      </pc:sldChg>
      <pc:sldChg chg="modSp mod">
        <pc:chgData name="Manpreet Kaur" userId="22a09dc532e893db" providerId="LiveId" clId="{AFCD8E34-33E3-444D-AB68-0FE4846032B8}" dt="2026-07-03T06:42:26.457" v="2180" actId="27636"/>
        <pc:sldMkLst>
          <pc:docMk/>
          <pc:sldMk cId="2401488518" sldId="257"/>
        </pc:sldMkLst>
        <pc:spChg chg="mod">
          <ac:chgData name="Manpreet Kaur" userId="22a09dc532e893db" providerId="LiveId" clId="{AFCD8E34-33E3-444D-AB68-0FE4846032B8}" dt="2026-07-03T06:42:26.308" v="2178"/>
          <ac:spMkLst>
            <pc:docMk/>
            <pc:sldMk cId="2401488518" sldId="257"/>
            <ac:spMk id="2" creationId="{4B62361B-D9F4-A174-5AD8-5D33562D7015}"/>
          </ac:spMkLst>
        </pc:spChg>
        <pc:spChg chg="mod">
          <ac:chgData name="Manpreet Kaur" userId="22a09dc532e893db" providerId="LiveId" clId="{AFCD8E34-33E3-444D-AB68-0FE4846032B8}" dt="2026-07-03T06:42:26.457" v="2180" actId="27636"/>
          <ac:spMkLst>
            <pc:docMk/>
            <pc:sldMk cId="2401488518" sldId="257"/>
            <ac:spMk id="3" creationId="{67A19A58-F28F-87AE-0711-2B47CD223266}"/>
          </ac:spMkLst>
        </pc:spChg>
      </pc:sldChg>
      <pc:sldChg chg="modSp new mod">
        <pc:chgData name="Manpreet Kaur" userId="22a09dc532e893db" providerId="LiveId" clId="{AFCD8E34-33E3-444D-AB68-0FE4846032B8}" dt="2026-07-03T06:42:26.308" v="2178"/>
        <pc:sldMkLst>
          <pc:docMk/>
          <pc:sldMk cId="2932286354" sldId="258"/>
        </pc:sldMkLst>
        <pc:spChg chg="mod">
          <ac:chgData name="Manpreet Kaur" userId="22a09dc532e893db" providerId="LiveId" clId="{AFCD8E34-33E3-444D-AB68-0FE4846032B8}" dt="2026-07-03T06:42:26.308" v="2178"/>
          <ac:spMkLst>
            <pc:docMk/>
            <pc:sldMk cId="2932286354" sldId="258"/>
            <ac:spMk id="2" creationId="{70F91BF8-CEDB-EA19-63D6-3B62DC61C63B}"/>
          </ac:spMkLst>
        </pc:spChg>
        <pc:spChg chg="mod">
          <ac:chgData name="Manpreet Kaur" userId="22a09dc532e893db" providerId="LiveId" clId="{AFCD8E34-33E3-444D-AB68-0FE4846032B8}" dt="2026-07-03T06:42:26.308" v="2178"/>
          <ac:spMkLst>
            <pc:docMk/>
            <pc:sldMk cId="2932286354" sldId="258"/>
            <ac:spMk id="3" creationId="{968B4092-3D65-F165-9635-2257B06960A7}"/>
          </ac:spMkLst>
        </pc:spChg>
      </pc:sldChg>
      <pc:sldChg chg="addSp delSp modSp new mod">
        <pc:chgData name="Manpreet Kaur" userId="22a09dc532e893db" providerId="LiveId" clId="{AFCD8E34-33E3-444D-AB68-0FE4846032B8}" dt="2026-07-03T06:42:26.308" v="2178"/>
        <pc:sldMkLst>
          <pc:docMk/>
          <pc:sldMk cId="364169063" sldId="259"/>
        </pc:sldMkLst>
        <pc:spChg chg="mod">
          <ac:chgData name="Manpreet Kaur" userId="22a09dc532e893db" providerId="LiveId" clId="{AFCD8E34-33E3-444D-AB68-0FE4846032B8}" dt="2026-07-03T06:42:26.308" v="2178"/>
          <ac:spMkLst>
            <pc:docMk/>
            <pc:sldMk cId="364169063" sldId="259"/>
            <ac:spMk id="2" creationId="{5367267D-FB03-2666-2E68-2335A6B78B4A}"/>
          </ac:spMkLst>
        </pc:spChg>
        <pc:spChg chg="del">
          <ac:chgData name="Manpreet Kaur" userId="22a09dc532e893db" providerId="LiveId" clId="{AFCD8E34-33E3-444D-AB68-0FE4846032B8}" dt="2026-07-03T04:50:34.663" v="92"/>
          <ac:spMkLst>
            <pc:docMk/>
            <pc:sldMk cId="364169063" sldId="259"/>
            <ac:spMk id="3" creationId="{A6BD35F4-F39B-AD29-D9F2-9CE8061D1DED}"/>
          </ac:spMkLst>
        </pc:spChg>
        <pc:graphicFrameChg chg="add mod modGraphic">
          <ac:chgData name="Manpreet Kaur" userId="22a09dc532e893db" providerId="LiveId" clId="{AFCD8E34-33E3-444D-AB68-0FE4846032B8}" dt="2026-07-03T04:55:39.547" v="135" actId="20577"/>
          <ac:graphicFrameMkLst>
            <pc:docMk/>
            <pc:sldMk cId="364169063" sldId="259"/>
            <ac:graphicFrameMk id="4" creationId="{7726F912-BD33-EA3E-65A6-EBAA43CE2D2A}"/>
          </ac:graphicFrameMkLst>
        </pc:graphicFrameChg>
        <pc:graphicFrameChg chg="add del mod modGraphic">
          <ac:chgData name="Manpreet Kaur" userId="22a09dc532e893db" providerId="LiveId" clId="{AFCD8E34-33E3-444D-AB68-0FE4846032B8}" dt="2026-07-03T04:54:24.337" v="125" actId="12385"/>
          <ac:graphicFrameMkLst>
            <pc:docMk/>
            <pc:sldMk cId="364169063" sldId="259"/>
            <ac:graphicFrameMk id="5" creationId="{1F2056CE-F31F-6786-9226-9A348388CE6C}"/>
          </ac:graphicFrameMkLst>
        </pc:graphicFrameChg>
        <pc:graphicFrameChg chg="add mod">
          <ac:chgData name="Manpreet Kaur" userId="22a09dc532e893db" providerId="LiveId" clId="{AFCD8E34-33E3-444D-AB68-0FE4846032B8}" dt="2026-07-03T04:53:46.394" v="123" actId="572"/>
          <ac:graphicFrameMkLst>
            <pc:docMk/>
            <pc:sldMk cId="364169063" sldId="259"/>
            <ac:graphicFrameMk id="6" creationId="{2DC67585-C8C0-5CFE-9D26-24934CC309BA}"/>
          </ac:graphicFrameMkLst>
        </pc:graphicFrameChg>
      </pc:sldChg>
      <pc:sldChg chg="addSp delSp modSp new mod">
        <pc:chgData name="Manpreet Kaur" userId="22a09dc532e893db" providerId="LiveId" clId="{AFCD8E34-33E3-444D-AB68-0FE4846032B8}" dt="2026-07-03T06:42:26.308" v="2178"/>
        <pc:sldMkLst>
          <pc:docMk/>
          <pc:sldMk cId="2483984034" sldId="260"/>
        </pc:sldMkLst>
        <pc:spChg chg="mod">
          <ac:chgData name="Manpreet Kaur" userId="22a09dc532e893db" providerId="LiveId" clId="{AFCD8E34-33E3-444D-AB68-0FE4846032B8}" dt="2026-07-03T06:42:26.308" v="2178"/>
          <ac:spMkLst>
            <pc:docMk/>
            <pc:sldMk cId="2483984034" sldId="260"/>
            <ac:spMk id="2" creationId="{7B562EC9-EF47-6AC5-2C93-355132E90416}"/>
          </ac:spMkLst>
        </pc:spChg>
        <pc:spChg chg="del">
          <ac:chgData name="Manpreet Kaur" userId="22a09dc532e893db" providerId="LiveId" clId="{AFCD8E34-33E3-444D-AB68-0FE4846032B8}" dt="2026-07-03T05:32:45.879" v="516" actId="931"/>
          <ac:spMkLst>
            <pc:docMk/>
            <pc:sldMk cId="2483984034" sldId="260"/>
            <ac:spMk id="3" creationId="{16F27D42-7C54-4FB8-E75D-68B7E2FDDE9A}"/>
          </ac:spMkLst>
        </pc:spChg>
        <pc:spChg chg="add mod">
          <ac:chgData name="Manpreet Kaur" userId="22a09dc532e893db" providerId="LiveId" clId="{AFCD8E34-33E3-444D-AB68-0FE4846032B8}" dt="2026-07-03T06:32:29.277" v="2169" actId="20577"/>
          <ac:spMkLst>
            <pc:docMk/>
            <pc:sldMk cId="2483984034" sldId="260"/>
            <ac:spMk id="6" creationId="{A0C6E718-2494-173F-6CFB-7E230E602B30}"/>
          </ac:spMkLst>
        </pc:spChg>
        <pc:picChg chg="add mod ord">
          <ac:chgData name="Manpreet Kaur" userId="22a09dc532e893db" providerId="LiveId" clId="{AFCD8E34-33E3-444D-AB68-0FE4846032B8}" dt="2026-07-03T06:42:26.308" v="2178"/>
          <ac:picMkLst>
            <pc:docMk/>
            <pc:sldMk cId="2483984034" sldId="260"/>
            <ac:picMk id="5" creationId="{E30112B4-7419-E64B-B621-1CE9525DECC5}"/>
          </ac:picMkLst>
        </pc:picChg>
      </pc:sldChg>
      <pc:sldChg chg="addSp delSp modSp new mod">
        <pc:chgData name="Manpreet Kaur" userId="22a09dc532e893db" providerId="LiveId" clId="{AFCD8E34-33E3-444D-AB68-0FE4846032B8}" dt="2026-07-03T06:42:26.308" v="2178"/>
        <pc:sldMkLst>
          <pc:docMk/>
          <pc:sldMk cId="2557024403" sldId="261"/>
        </pc:sldMkLst>
        <pc:spChg chg="mod">
          <ac:chgData name="Manpreet Kaur" userId="22a09dc532e893db" providerId="LiveId" clId="{AFCD8E34-33E3-444D-AB68-0FE4846032B8}" dt="2026-07-03T06:42:26.308" v="2178"/>
          <ac:spMkLst>
            <pc:docMk/>
            <pc:sldMk cId="2557024403" sldId="261"/>
            <ac:spMk id="2" creationId="{806EC44A-7F65-7F4E-6ACA-40F61DCAFBB3}"/>
          </ac:spMkLst>
        </pc:spChg>
        <pc:spChg chg="del">
          <ac:chgData name="Manpreet Kaur" userId="22a09dc532e893db" providerId="LiveId" clId="{AFCD8E34-33E3-444D-AB68-0FE4846032B8}" dt="2026-07-03T05:23:09.971" v="152" actId="931"/>
          <ac:spMkLst>
            <pc:docMk/>
            <pc:sldMk cId="2557024403" sldId="261"/>
            <ac:spMk id="3" creationId="{632CFC72-AE2F-4433-C863-E39D9FCED137}"/>
          </ac:spMkLst>
        </pc:spChg>
        <pc:spChg chg="add del mod">
          <ac:chgData name="Manpreet Kaur" userId="22a09dc532e893db" providerId="LiveId" clId="{AFCD8E34-33E3-444D-AB68-0FE4846032B8}" dt="2026-07-03T05:23:18.364" v="154" actId="931"/>
          <ac:spMkLst>
            <pc:docMk/>
            <pc:sldMk cId="2557024403" sldId="261"/>
            <ac:spMk id="7" creationId="{A476BCFF-DC13-8E3D-B257-B396A27CAE36}"/>
          </ac:spMkLst>
        </pc:spChg>
        <pc:spChg chg="add del mod">
          <ac:chgData name="Manpreet Kaur" userId="22a09dc532e893db" providerId="LiveId" clId="{AFCD8E34-33E3-444D-AB68-0FE4846032B8}" dt="2026-07-03T05:23:33.230" v="156" actId="931"/>
          <ac:spMkLst>
            <pc:docMk/>
            <pc:sldMk cId="2557024403" sldId="261"/>
            <ac:spMk id="11" creationId="{D0DDFAD2-1149-CC10-6082-CD301CAB1F66}"/>
          </ac:spMkLst>
        </pc:spChg>
        <pc:spChg chg="add del mod">
          <ac:chgData name="Manpreet Kaur" userId="22a09dc532e893db" providerId="LiveId" clId="{AFCD8E34-33E3-444D-AB68-0FE4846032B8}" dt="2026-07-03T05:23:50.235" v="158" actId="931"/>
          <ac:spMkLst>
            <pc:docMk/>
            <pc:sldMk cId="2557024403" sldId="261"/>
            <ac:spMk id="15" creationId="{100FFA92-4D9C-1F2A-8F8F-332ADB2AB8DD}"/>
          </ac:spMkLst>
        </pc:spChg>
        <pc:spChg chg="add mod">
          <ac:chgData name="Manpreet Kaur" userId="22a09dc532e893db" providerId="LiveId" clId="{AFCD8E34-33E3-444D-AB68-0FE4846032B8}" dt="2026-07-03T05:29:49.399" v="461" actId="20577"/>
          <ac:spMkLst>
            <pc:docMk/>
            <pc:sldMk cId="2557024403" sldId="261"/>
            <ac:spMk id="18" creationId="{BBB5AFAD-C306-8ED7-DDAD-440D1971A265}"/>
          </ac:spMkLst>
        </pc:spChg>
        <pc:picChg chg="add del mod ord">
          <ac:chgData name="Manpreet Kaur" userId="22a09dc532e893db" providerId="LiveId" clId="{AFCD8E34-33E3-444D-AB68-0FE4846032B8}" dt="2026-07-03T05:23:13.388" v="153" actId="478"/>
          <ac:picMkLst>
            <pc:docMk/>
            <pc:sldMk cId="2557024403" sldId="261"/>
            <ac:picMk id="5" creationId="{A9F22CB7-99CD-B967-E4D6-E068AD215416}"/>
          </ac:picMkLst>
        </pc:picChg>
        <pc:picChg chg="add del mod ord">
          <ac:chgData name="Manpreet Kaur" userId="22a09dc532e893db" providerId="LiveId" clId="{AFCD8E34-33E3-444D-AB68-0FE4846032B8}" dt="2026-07-03T05:23:20.492" v="155" actId="478"/>
          <ac:picMkLst>
            <pc:docMk/>
            <pc:sldMk cId="2557024403" sldId="261"/>
            <ac:picMk id="9" creationId="{DFF6225B-56A6-045F-447D-E892706E448D}"/>
          </ac:picMkLst>
        </pc:picChg>
        <pc:picChg chg="add del mod ord">
          <ac:chgData name="Manpreet Kaur" userId="22a09dc532e893db" providerId="LiveId" clId="{AFCD8E34-33E3-444D-AB68-0FE4846032B8}" dt="2026-07-03T05:23:35.005" v="157" actId="478"/>
          <ac:picMkLst>
            <pc:docMk/>
            <pc:sldMk cId="2557024403" sldId="261"/>
            <ac:picMk id="13" creationId="{F9B6D881-CEAA-4BAE-8FCA-B2ED6FAF8951}"/>
          </ac:picMkLst>
        </pc:picChg>
        <pc:picChg chg="add mod ord">
          <ac:chgData name="Manpreet Kaur" userId="22a09dc532e893db" providerId="LiveId" clId="{AFCD8E34-33E3-444D-AB68-0FE4846032B8}" dt="2026-07-03T05:25:05.445" v="165" actId="1076"/>
          <ac:picMkLst>
            <pc:docMk/>
            <pc:sldMk cId="2557024403" sldId="261"/>
            <ac:picMk id="17" creationId="{A736929D-3E83-46FA-99D7-30AE55046E39}"/>
          </ac:picMkLst>
        </pc:picChg>
      </pc:sldChg>
      <pc:sldChg chg="addSp delSp modSp new mod">
        <pc:chgData name="Manpreet Kaur" userId="22a09dc532e893db" providerId="LiveId" clId="{AFCD8E34-33E3-444D-AB68-0FE4846032B8}" dt="2026-07-03T06:42:26.308" v="2178"/>
        <pc:sldMkLst>
          <pc:docMk/>
          <pc:sldMk cId="103663310" sldId="262"/>
        </pc:sldMkLst>
        <pc:spChg chg="mod">
          <ac:chgData name="Manpreet Kaur" userId="22a09dc532e893db" providerId="LiveId" clId="{AFCD8E34-33E3-444D-AB68-0FE4846032B8}" dt="2026-07-03T06:42:26.308" v="2178"/>
          <ac:spMkLst>
            <pc:docMk/>
            <pc:sldMk cId="103663310" sldId="262"/>
            <ac:spMk id="2" creationId="{15A897C9-D5CF-75F6-CDF5-555577E713EB}"/>
          </ac:spMkLst>
        </pc:spChg>
        <pc:spChg chg="del">
          <ac:chgData name="Manpreet Kaur" userId="22a09dc532e893db" providerId="LiveId" clId="{AFCD8E34-33E3-444D-AB68-0FE4846032B8}" dt="2026-07-03T05:48:32.459" v="843" actId="931"/>
          <ac:spMkLst>
            <pc:docMk/>
            <pc:sldMk cId="103663310" sldId="262"/>
            <ac:spMk id="3" creationId="{3FAB3D4A-8EC5-19F6-3960-6A638F864D2E}"/>
          </ac:spMkLst>
        </pc:spChg>
        <pc:spChg chg="add del mod">
          <ac:chgData name="Manpreet Kaur" userId="22a09dc532e893db" providerId="LiveId" clId="{AFCD8E34-33E3-444D-AB68-0FE4846032B8}" dt="2026-07-03T05:58:30.851" v="1198" actId="20577"/>
          <ac:spMkLst>
            <pc:docMk/>
            <pc:sldMk cId="103663310" sldId="262"/>
            <ac:spMk id="6" creationId="{4B9B858E-360D-06BD-8AA7-BC228808E50D}"/>
          </ac:spMkLst>
        </pc:spChg>
        <pc:picChg chg="add mod ord">
          <ac:chgData name="Manpreet Kaur" userId="22a09dc532e893db" providerId="LiveId" clId="{AFCD8E34-33E3-444D-AB68-0FE4846032B8}" dt="2026-07-03T05:48:56.230" v="848" actId="14100"/>
          <ac:picMkLst>
            <pc:docMk/>
            <pc:sldMk cId="103663310" sldId="262"/>
            <ac:picMk id="5" creationId="{1EF599DA-6254-0E7B-9C68-5DBF67E2260B}"/>
          </ac:picMkLst>
        </pc:picChg>
      </pc:sldChg>
      <pc:sldChg chg="addSp delSp modSp new mod">
        <pc:chgData name="Manpreet Kaur" userId="22a09dc532e893db" providerId="LiveId" clId="{AFCD8E34-33E3-444D-AB68-0FE4846032B8}" dt="2026-07-03T06:42:26.308" v="2178"/>
        <pc:sldMkLst>
          <pc:docMk/>
          <pc:sldMk cId="3866038" sldId="263"/>
        </pc:sldMkLst>
        <pc:spChg chg="mod">
          <ac:chgData name="Manpreet Kaur" userId="22a09dc532e893db" providerId="LiveId" clId="{AFCD8E34-33E3-444D-AB68-0FE4846032B8}" dt="2026-07-03T06:42:26.308" v="2178"/>
          <ac:spMkLst>
            <pc:docMk/>
            <pc:sldMk cId="3866038" sldId="263"/>
            <ac:spMk id="2" creationId="{93D0E260-D6C8-AD6C-5222-98AECFB32681}"/>
          </ac:spMkLst>
        </pc:spChg>
        <pc:spChg chg="del">
          <ac:chgData name="Manpreet Kaur" userId="22a09dc532e893db" providerId="LiveId" clId="{AFCD8E34-33E3-444D-AB68-0FE4846032B8}" dt="2026-07-03T05:59:00.684" v="1211" actId="931"/>
          <ac:spMkLst>
            <pc:docMk/>
            <pc:sldMk cId="3866038" sldId="263"/>
            <ac:spMk id="3" creationId="{276738FD-0D87-595C-07B7-A272F05BB875}"/>
          </ac:spMkLst>
        </pc:spChg>
        <pc:spChg chg="add del mod">
          <ac:chgData name="Manpreet Kaur" userId="22a09dc532e893db" providerId="LiveId" clId="{AFCD8E34-33E3-444D-AB68-0FE4846032B8}" dt="2026-07-03T05:59:47.120" v="1221"/>
          <ac:spMkLst>
            <pc:docMk/>
            <pc:sldMk cId="3866038" sldId="263"/>
            <ac:spMk id="6" creationId="{E9A2F667-8652-FF64-D66E-AF27C8B4B390}"/>
          </ac:spMkLst>
        </pc:spChg>
        <pc:spChg chg="add mod">
          <ac:chgData name="Manpreet Kaur" userId="22a09dc532e893db" providerId="LiveId" clId="{AFCD8E34-33E3-444D-AB68-0FE4846032B8}" dt="2026-07-03T06:24:17.022" v="2126" actId="2711"/>
          <ac:spMkLst>
            <pc:docMk/>
            <pc:sldMk cId="3866038" sldId="263"/>
            <ac:spMk id="7" creationId="{48F22DE9-BE09-F85B-65E7-96B4A705B0EC}"/>
          </ac:spMkLst>
        </pc:spChg>
        <pc:picChg chg="add mod ord">
          <ac:chgData name="Manpreet Kaur" userId="22a09dc532e893db" providerId="LiveId" clId="{AFCD8E34-33E3-444D-AB68-0FE4846032B8}" dt="2026-07-03T05:59:46.118" v="1219" actId="1076"/>
          <ac:picMkLst>
            <pc:docMk/>
            <pc:sldMk cId="3866038" sldId="263"/>
            <ac:picMk id="5" creationId="{B8073789-F628-2973-51A2-E22063CA1E56}"/>
          </ac:picMkLst>
        </pc:picChg>
      </pc:sldChg>
      <pc:sldChg chg="addSp delSp modSp new mod">
        <pc:chgData name="Manpreet Kaur" userId="22a09dc532e893db" providerId="LiveId" clId="{AFCD8E34-33E3-444D-AB68-0FE4846032B8}" dt="2026-07-03T06:42:26.308" v="2178"/>
        <pc:sldMkLst>
          <pc:docMk/>
          <pc:sldMk cId="2481152706" sldId="264"/>
        </pc:sldMkLst>
        <pc:spChg chg="mod">
          <ac:chgData name="Manpreet Kaur" userId="22a09dc532e893db" providerId="LiveId" clId="{AFCD8E34-33E3-444D-AB68-0FE4846032B8}" dt="2026-07-03T06:42:26.308" v="2178"/>
          <ac:spMkLst>
            <pc:docMk/>
            <pc:sldMk cId="2481152706" sldId="264"/>
            <ac:spMk id="2" creationId="{CCBDC4BE-6436-E907-17C4-DF0CFFCCB48A}"/>
          </ac:spMkLst>
        </pc:spChg>
        <pc:spChg chg="del">
          <ac:chgData name="Manpreet Kaur" userId="22a09dc532e893db" providerId="LiveId" clId="{AFCD8E34-33E3-444D-AB68-0FE4846032B8}" dt="2026-07-03T06:06:13.554" v="1486" actId="931"/>
          <ac:spMkLst>
            <pc:docMk/>
            <pc:sldMk cId="2481152706" sldId="264"/>
            <ac:spMk id="3" creationId="{01547174-F5D3-5D2B-5A67-E3EE220E1246}"/>
          </ac:spMkLst>
        </pc:spChg>
        <pc:spChg chg="add mod">
          <ac:chgData name="Manpreet Kaur" userId="22a09dc532e893db" providerId="LiveId" clId="{AFCD8E34-33E3-444D-AB68-0FE4846032B8}" dt="2026-07-03T06:24:07.446" v="2125" actId="2711"/>
          <ac:spMkLst>
            <pc:docMk/>
            <pc:sldMk cId="2481152706" sldId="264"/>
            <ac:spMk id="6" creationId="{56D6253B-F140-FF4E-3F1C-43A22070AD3C}"/>
          </ac:spMkLst>
        </pc:spChg>
        <pc:picChg chg="add mod ord">
          <ac:chgData name="Manpreet Kaur" userId="22a09dc532e893db" providerId="LiveId" clId="{AFCD8E34-33E3-444D-AB68-0FE4846032B8}" dt="2026-07-03T06:42:26.308" v="2178"/>
          <ac:picMkLst>
            <pc:docMk/>
            <pc:sldMk cId="2481152706" sldId="264"/>
            <ac:picMk id="5" creationId="{7F3109E6-9FE8-6CBC-F26E-D15F946BBC11}"/>
          </ac:picMkLst>
        </pc:picChg>
      </pc:sldChg>
      <pc:sldChg chg="addSp delSp modSp new mod">
        <pc:chgData name="Manpreet Kaur" userId="22a09dc532e893db" providerId="LiveId" clId="{AFCD8E34-33E3-444D-AB68-0FE4846032B8}" dt="2026-07-03T06:42:26.308" v="2178"/>
        <pc:sldMkLst>
          <pc:docMk/>
          <pc:sldMk cId="2940582471" sldId="265"/>
        </pc:sldMkLst>
        <pc:spChg chg="mod">
          <ac:chgData name="Manpreet Kaur" userId="22a09dc532e893db" providerId="LiveId" clId="{AFCD8E34-33E3-444D-AB68-0FE4846032B8}" dt="2026-07-03T06:42:26.308" v="2178"/>
          <ac:spMkLst>
            <pc:docMk/>
            <pc:sldMk cId="2940582471" sldId="265"/>
            <ac:spMk id="2" creationId="{72ED6E18-E2AC-9A6D-5FEA-CAAE7C206113}"/>
          </ac:spMkLst>
        </pc:spChg>
        <pc:spChg chg="del">
          <ac:chgData name="Manpreet Kaur" userId="22a09dc532e893db" providerId="LiveId" clId="{AFCD8E34-33E3-444D-AB68-0FE4846032B8}" dt="2026-07-03T06:12:52.199" v="1795" actId="931"/>
          <ac:spMkLst>
            <pc:docMk/>
            <pc:sldMk cId="2940582471" sldId="265"/>
            <ac:spMk id="3" creationId="{444AD3B3-2975-1AD1-129E-4CABE4736EF4}"/>
          </ac:spMkLst>
        </pc:spChg>
        <pc:spChg chg="add mod">
          <ac:chgData name="Manpreet Kaur" userId="22a09dc532e893db" providerId="LiveId" clId="{AFCD8E34-33E3-444D-AB68-0FE4846032B8}" dt="2026-07-03T06:23:57.816" v="2124" actId="2711"/>
          <ac:spMkLst>
            <pc:docMk/>
            <pc:sldMk cId="2940582471" sldId="265"/>
            <ac:spMk id="6" creationId="{A2194A0E-BB9C-2AFB-6423-452D5BEE9F9B}"/>
          </ac:spMkLst>
        </pc:spChg>
        <pc:picChg chg="add mod ord">
          <ac:chgData name="Manpreet Kaur" userId="22a09dc532e893db" providerId="LiveId" clId="{AFCD8E34-33E3-444D-AB68-0FE4846032B8}" dt="2026-07-03T06:13:09.495" v="1799" actId="14100"/>
          <ac:picMkLst>
            <pc:docMk/>
            <pc:sldMk cId="2940582471" sldId="265"/>
            <ac:picMk id="5" creationId="{91BB97E0-F8CD-D872-B680-314D64A8E4BD}"/>
          </ac:picMkLst>
        </pc:picChg>
      </pc:sldChg>
      <pc:sldChg chg="modSp new mod">
        <pc:chgData name="Manpreet Kaur" userId="22a09dc532e893db" providerId="LiveId" clId="{AFCD8E34-33E3-444D-AB68-0FE4846032B8}" dt="2026-07-03T06:42:26.441" v="2179" actId="27636"/>
        <pc:sldMkLst>
          <pc:docMk/>
          <pc:sldMk cId="1855837358" sldId="266"/>
        </pc:sldMkLst>
        <pc:spChg chg="mod">
          <ac:chgData name="Manpreet Kaur" userId="22a09dc532e893db" providerId="LiveId" clId="{AFCD8E34-33E3-444D-AB68-0FE4846032B8}" dt="2026-07-03T06:42:26.308" v="2178"/>
          <ac:spMkLst>
            <pc:docMk/>
            <pc:sldMk cId="1855837358" sldId="266"/>
            <ac:spMk id="2" creationId="{1A6D2258-9074-4668-9FE4-A6D965FD8A42}"/>
          </ac:spMkLst>
        </pc:spChg>
        <pc:spChg chg="mod">
          <ac:chgData name="Manpreet Kaur" userId="22a09dc532e893db" providerId="LiveId" clId="{AFCD8E34-33E3-444D-AB68-0FE4846032B8}" dt="2026-07-03T06:42:26.441" v="2179" actId="27636"/>
          <ac:spMkLst>
            <pc:docMk/>
            <pc:sldMk cId="1855837358" sldId="266"/>
            <ac:spMk id="3" creationId="{2ACC7F51-C183-7BCA-A741-4D2C036C755F}"/>
          </ac:spMkLst>
        </pc:spChg>
      </pc:sldChg>
      <pc:sldChg chg="modSp new mod">
        <pc:chgData name="Manpreet Kaur" userId="22a09dc532e893db" providerId="LiveId" clId="{AFCD8E34-33E3-444D-AB68-0FE4846032B8}" dt="2026-07-03T06:42:26.308" v="2178"/>
        <pc:sldMkLst>
          <pc:docMk/>
          <pc:sldMk cId="2719631669" sldId="267"/>
        </pc:sldMkLst>
        <pc:spChg chg="mod">
          <ac:chgData name="Manpreet Kaur" userId="22a09dc532e893db" providerId="LiveId" clId="{AFCD8E34-33E3-444D-AB68-0FE4846032B8}" dt="2026-07-03T06:42:26.308" v="2178"/>
          <ac:spMkLst>
            <pc:docMk/>
            <pc:sldMk cId="2719631669" sldId="267"/>
            <ac:spMk id="2" creationId="{6B87AE77-7CEC-3C1B-D8A2-4434B9D5AB4E}"/>
          </ac:spMkLst>
        </pc:spChg>
        <pc:spChg chg="mod">
          <ac:chgData name="Manpreet Kaur" userId="22a09dc532e893db" providerId="LiveId" clId="{AFCD8E34-33E3-444D-AB68-0FE4846032B8}" dt="2026-07-03T06:42:26.308" v="2178"/>
          <ac:spMkLst>
            <pc:docMk/>
            <pc:sldMk cId="2719631669" sldId="267"/>
            <ac:spMk id="3" creationId="{D936CD79-3F4D-A591-A69F-4005AA637512}"/>
          </ac:spMkLst>
        </pc:spChg>
      </pc:sldChg>
      <pc:sldChg chg="addSp modSp new mod">
        <pc:chgData name="Manpreet Kaur" userId="22a09dc532e893db" providerId="LiveId" clId="{AFCD8E34-33E3-444D-AB68-0FE4846032B8}" dt="2026-07-03T06:28:45.797" v="2152" actId="14100"/>
        <pc:sldMkLst>
          <pc:docMk/>
          <pc:sldMk cId="4119237710" sldId="268"/>
        </pc:sldMkLst>
        <pc:picChg chg="add mod">
          <ac:chgData name="Manpreet Kaur" userId="22a09dc532e893db" providerId="LiveId" clId="{AFCD8E34-33E3-444D-AB68-0FE4846032B8}" dt="2026-07-03T06:28:45.797" v="2152" actId="14100"/>
          <ac:picMkLst>
            <pc:docMk/>
            <pc:sldMk cId="4119237710" sldId="268"/>
            <ac:picMk id="3" creationId="{660C981E-6E01-B48B-132E-ECCEB2ECD1F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E6D0-F1A8-4D27-8773-2E9ABC26804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C84A33A-AACB-4E6D-A596-C35D9D3D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216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E6D0-F1A8-4D27-8773-2E9ABC26804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4A33A-AACB-4E6D-A596-C35D9D3D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712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E6D0-F1A8-4D27-8773-2E9ABC26804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C84A33A-AACB-4E6D-A596-C35D9D3D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69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E6D0-F1A8-4D27-8773-2E9ABC26804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C84A33A-AACB-4E6D-A596-C35D9D3D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713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E6D0-F1A8-4D27-8773-2E9ABC26804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C84A33A-AACB-4E6D-A596-C35D9D3D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069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E6D0-F1A8-4D27-8773-2E9ABC26804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4A33A-AACB-4E6D-A596-C35D9D3D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855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E6D0-F1A8-4D27-8773-2E9ABC26804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4A33A-AACB-4E6D-A596-C35D9D3D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409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E6D0-F1A8-4D27-8773-2E9ABC26804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4A33A-AACB-4E6D-A596-C35D9D3D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988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E6D0-F1A8-4D27-8773-2E9ABC26804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C84A33A-AACB-4E6D-A596-C35D9D3D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62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E6D0-F1A8-4D27-8773-2E9ABC26804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C84A33A-AACB-4E6D-A596-C35D9D3D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017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E6D0-F1A8-4D27-8773-2E9ABC26804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C84A33A-AACB-4E6D-A596-C35D9D3D09F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9582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E6D0-F1A8-4D27-8773-2E9ABC26804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C84A33A-AACB-4E6D-A596-C35D9D3D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367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E6D0-F1A8-4D27-8773-2E9ABC26804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C84A33A-AACB-4E6D-A596-C35D9D3D09F2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9909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E6D0-F1A8-4D27-8773-2E9ABC26804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C84A33A-AACB-4E6D-A596-C35D9D3D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177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E6D0-F1A8-4D27-8773-2E9ABC26804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4A33A-AACB-4E6D-A596-C35D9D3D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510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E6D0-F1A8-4D27-8773-2E9ABC26804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4A33A-AACB-4E6D-A596-C35D9D3D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75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4E6D0-F1A8-4D27-8773-2E9ABC26804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C84A33A-AACB-4E6D-A596-C35D9D3D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714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  <p:sldLayoutId id="2147483954" r:id="rId12"/>
    <p:sldLayoutId id="2147483955" r:id="rId13"/>
    <p:sldLayoutId id="2147483956" r:id="rId14"/>
    <p:sldLayoutId id="2147483957" r:id="rId15"/>
    <p:sldLayoutId id="214748395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56E53-B044-CA12-843D-3B9185A9D3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AGRICULTURE CROP YIELD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442AC7-072F-FA77-C550-E9A9B698CC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PREPARED BY : MANPREET KAUR 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676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2361B-D9F4-A174-5AD8-5D33562D7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19A58-F28F-87AE-0711-2B47CD223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Agriculture is a major contributor to the economy. </a:t>
            </a:r>
          </a:p>
          <a:p>
            <a:r>
              <a:rPr lang="en-IN" dirty="0"/>
              <a:t>Crop yield depends on rainfall, fertilizer usage, pesticides, cultivated area, and season. </a:t>
            </a:r>
          </a:p>
          <a:p>
            <a:r>
              <a:rPr lang="en-IN" dirty="0"/>
              <a:t>Data analytics helps improve agricultural planning and productivity.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# This project focuses on analysing agriculture crop yield data using data cleaning techniques and dashboard visualization to identify patterns, compare crop performance, and support better decision-making for farmers, researchers, and policymakers.</a:t>
            </a:r>
          </a:p>
        </p:txBody>
      </p:sp>
    </p:spTree>
    <p:extLst>
      <p:ext uri="{BB962C8B-B14F-4D97-AF65-F5344CB8AC3E}">
        <p14:creationId xmlns:p14="http://schemas.microsoft.com/office/powerpoint/2010/main" val="2401488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1BF8-CEDB-EA19-63D6-3B62DC61C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B4092-3D65-F165-9635-2257B0696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Analyse factors affecting crop yield. </a:t>
            </a:r>
          </a:p>
          <a:p>
            <a:r>
              <a:rPr lang="en-IN" dirty="0"/>
              <a:t>Identify high-yield and low-yield crops. </a:t>
            </a:r>
          </a:p>
          <a:p>
            <a:r>
              <a:rPr lang="en-IN" dirty="0"/>
              <a:t>Study the impact of rainfall, fertilizer, and pesticide use.</a:t>
            </a:r>
          </a:p>
          <a:p>
            <a:r>
              <a:rPr lang="en-IN" dirty="0"/>
              <a:t> Build an interactive dashboard for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2932286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267D-FB03-2666-2E68-2335A6B78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DATASET OVERVIEW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26F912-BD33-EA3E-65A6-EBAA43CE2D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4132188"/>
              </p:ext>
            </p:extLst>
          </p:nvPr>
        </p:nvGraphicFramePr>
        <p:xfrm>
          <a:off x="838200" y="1989613"/>
          <a:ext cx="9398000" cy="4896550"/>
        </p:xfrm>
        <a:graphic>
          <a:graphicData uri="http://schemas.openxmlformats.org/drawingml/2006/table">
            <a:tbl>
              <a:tblPr/>
              <a:tblGrid>
                <a:gridCol w="9398000">
                  <a:extLst>
                    <a:ext uri="{9D8B030D-6E8A-4147-A177-3AD203B41FA5}">
                      <a16:colId xmlns:a16="http://schemas.microsoft.com/office/drawing/2014/main" val="4131258885"/>
                    </a:ext>
                  </a:extLst>
                </a:gridCol>
              </a:tblGrid>
              <a:tr h="4256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914569"/>
                  </a:ext>
                </a:extLst>
              </a:tr>
              <a:tr h="4256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180119"/>
                  </a:ext>
                </a:extLst>
              </a:tr>
              <a:tr h="4256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139189"/>
                  </a:ext>
                </a:extLst>
              </a:tr>
              <a:tr h="4256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054259"/>
                  </a:ext>
                </a:extLst>
              </a:tr>
              <a:tr h="4256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970916"/>
                  </a:ext>
                </a:extLst>
              </a:tr>
              <a:tr h="4256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280785"/>
                  </a:ext>
                </a:extLst>
              </a:tr>
              <a:tr h="4256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25475"/>
                  </a:ext>
                </a:extLst>
              </a:tr>
              <a:tr h="4256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428184"/>
                  </a:ext>
                </a:extLst>
              </a:tr>
              <a:tr h="4256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529458"/>
                  </a:ext>
                </a:extLst>
              </a:tr>
              <a:tr h="425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* Total Records: </a:t>
                      </a:r>
                      <a:r>
                        <a:rPr lang="en-IN" b="1" dirty="0"/>
                        <a:t>19,689</a:t>
                      </a:r>
                      <a:r>
                        <a:rPr lang="en-IN" dirty="0"/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* Total Columns: </a:t>
                      </a:r>
                      <a:r>
                        <a:rPr lang="en-IN" b="1" dirty="0"/>
                        <a:t>10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96491"/>
                  </a:ext>
                </a:extLst>
              </a:tr>
              <a:tr h="4256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47055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2056CE-F31F-6786-9226-9A348388C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06210"/>
              </p:ext>
            </p:extLst>
          </p:nvPr>
        </p:nvGraphicFramePr>
        <p:xfrm>
          <a:off x="1261533" y="1625600"/>
          <a:ext cx="9152468" cy="402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576234">
                  <a:extLst>
                    <a:ext uri="{9D8B030D-6E8A-4147-A177-3AD203B41FA5}">
                      <a16:colId xmlns:a16="http://schemas.microsoft.com/office/drawing/2014/main" val="466704945"/>
                    </a:ext>
                  </a:extLst>
                </a:gridCol>
                <a:gridCol w="4576234">
                  <a:extLst>
                    <a:ext uri="{9D8B030D-6E8A-4147-A177-3AD203B41FA5}">
                      <a16:colId xmlns:a16="http://schemas.microsoft.com/office/drawing/2014/main" val="197299712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2110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 of crop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3894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Crop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 of cultivation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64624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Growing season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5725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State where crop was grown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6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Cultivated area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06226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production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2398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Annual Rainfall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Rainfall received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77767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Fertilizer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Fertilizer 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1804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Pesticide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Pesticide 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5025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Crop yield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2291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6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EC44A-7F65-7F4E-6ACA-40F61DCAF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 CLEANING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A736929D-3E83-46FA-99D7-30AE55046E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33" y="1811337"/>
            <a:ext cx="7459134" cy="43513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BB5AFAD-C306-8ED7-DDAD-440D1971A265}"/>
              </a:ext>
            </a:extLst>
          </p:cNvPr>
          <p:cNvSpPr txBox="1"/>
          <p:nvPr/>
        </p:nvSpPr>
        <p:spPr>
          <a:xfrm>
            <a:off x="8712200" y="1159933"/>
            <a:ext cx="315806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Removed the First 10 Top Rows from the column Pesticides</a:t>
            </a:r>
          </a:p>
          <a:p>
            <a:endParaRPr lang="en-US" dirty="0"/>
          </a:p>
          <a:p>
            <a:r>
              <a:rPr lang="en-US" dirty="0"/>
              <a:t>STEP 2: Removed the column Pesticides</a:t>
            </a:r>
          </a:p>
          <a:p>
            <a:endParaRPr lang="en-US" dirty="0"/>
          </a:p>
          <a:p>
            <a:r>
              <a:rPr lang="en-US" dirty="0"/>
              <a:t>STEP 3: Removed Duplicates from the column Area</a:t>
            </a:r>
          </a:p>
          <a:p>
            <a:endParaRPr lang="en-US" dirty="0"/>
          </a:p>
          <a:p>
            <a:r>
              <a:rPr lang="en-US" dirty="0"/>
              <a:t>STEP 4: Change the type of value from Whole number to Text</a:t>
            </a:r>
          </a:p>
          <a:p>
            <a:endParaRPr lang="en-US" dirty="0"/>
          </a:p>
          <a:p>
            <a:r>
              <a:rPr lang="en-US" dirty="0"/>
              <a:t>STEP 5: Replace the value in State column from Goa to Punjab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024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2EC9-EF47-6AC5-2C93-355132E90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DASHBOARD QUESTION 1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0112B4-7419-E64B-B621-1CE9525DE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773" y="2133600"/>
            <a:ext cx="6824280" cy="3778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C6E718-2494-173F-6CFB-7E230E602B30}"/>
              </a:ext>
            </a:extLst>
          </p:cNvPr>
          <p:cNvSpPr txBox="1"/>
          <p:nvPr/>
        </p:nvSpPr>
        <p:spPr>
          <a:xfrm>
            <a:off x="169333" y="1921933"/>
            <a:ext cx="2870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This Question represents that which crop has highest yield.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Basically , It consist of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Bar chart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Pie chart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Donut Chart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Slicers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Cards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Count of Crop is 55</a:t>
            </a:r>
          </a:p>
          <a:p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Sum of Yield is 1.57M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3984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897C9-D5CF-75F6-CDF5-555577E71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QUESTION 2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F599DA-6254-0E7B-9C68-5DBF67E226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7" y="1690688"/>
            <a:ext cx="8695265" cy="48021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9B858E-360D-06BD-8AA7-BC228808E50D}"/>
              </a:ext>
            </a:extLst>
          </p:cNvPr>
          <p:cNvSpPr txBox="1"/>
          <p:nvPr/>
        </p:nvSpPr>
        <p:spPr>
          <a:xfrm>
            <a:off x="9271000" y="1690688"/>
            <a:ext cx="28447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This Question represents          the Production across different States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It consist of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Stacked Area chart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Waterfall chart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Clustered Column chart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Card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Button Slicer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Count of Production is    14.016K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63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E260-D6C8-AD6C-5222-98AECFB3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3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073789-F628-2973-51A2-E22063CA1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31" y="1608668"/>
            <a:ext cx="7818002" cy="50715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F22DE9-BE09-F85B-65E7-96B4A705B0EC}"/>
              </a:ext>
            </a:extLst>
          </p:cNvPr>
          <p:cNvSpPr txBox="1"/>
          <p:nvPr/>
        </p:nvSpPr>
        <p:spPr>
          <a:xfrm>
            <a:off x="8500533" y="2065867"/>
            <a:ext cx="33391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.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This Question represents how    rainfall affects the Crop Yield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It consist of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Pie chart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Area chart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KPI Cards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Cards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Average annual rainfall is 1.44K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Sum of annual rainfall is 28.31M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6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DC4BE-6436-E907-17C4-DF0CFFCCB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QUESTION 4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3109E6-9FE8-6CBC-F26E-D15F946BB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442" y="2133600"/>
            <a:ext cx="6732942" cy="3778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D6253B-F140-FF4E-3F1C-43A22070AD3C}"/>
              </a:ext>
            </a:extLst>
          </p:cNvPr>
          <p:cNvSpPr txBox="1"/>
          <p:nvPr/>
        </p:nvSpPr>
        <p:spPr>
          <a:xfrm>
            <a:off x="304801" y="2192867"/>
            <a:ext cx="30988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.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This Question represents the impact of Fertilizer usage on Crop Production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It consist of 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Stacked Area chart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Area chart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Gauge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Cards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Slicer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Minimum of Fertilizer is 54.17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Count of Fertilizer is 18.598K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1152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D6E18-E2AC-9A6D-5FEA-CAAE7C206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QUESTION 5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BB97E0-F8CD-D872-B680-314D64A8E4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86" y="1690687"/>
            <a:ext cx="7725714" cy="48021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194A0E-BB9C-2AFB-6423-452D5BEE9F9B}"/>
              </a:ext>
            </a:extLst>
          </p:cNvPr>
          <p:cNvSpPr txBox="1"/>
          <p:nvPr/>
        </p:nvSpPr>
        <p:spPr>
          <a:xfrm>
            <a:off x="8449733" y="1879600"/>
            <a:ext cx="35051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This Question represents the comparison of Production of Crops across different Seasons 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It consist of 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Stacked Column chart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Line chart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Pie chart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Matrix 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First crop is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Arecanut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Last crop is Wheat</a:t>
            </a:r>
          </a:p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Count of Season is 6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</a:p>
          <a:p>
            <a:r>
              <a:rPr lang="en-IN" dirty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582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D2258-9074-4668-9FE4-A6D965FD8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KEY INSIGHTS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C7F51-C183-7BCA-A741-4D2C036C7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Coconut, Sugarcane, and Banana recorded the highest average crop yields.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Coconut, Rice, and Wheat were among the largest contributors to total production.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Kerala, Tamil Nadu, and Karnataka showed the highest production levels.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Whole Year crops contributed more production than seasonal crops.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Larger cultivated areas generally resulted in higher production.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Rainfall, fertilizer, and pesticide usage significantly influenced crop yield.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Agricultural productivity varied across states and seasons.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Data visualization helped identify trends and support better agricultural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5837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AE77-7CEC-3C1B-D8A2-4434B9D5A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6CD79-3F4D-A591-A69F-4005AA637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Data cleaning improved data quality and reliability.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The dashboard provides interactive insights for agricultural planning.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Farmers and policymakers can use these insights for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719631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0C981E-6E01-B48B-132E-ECCEB2ECD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667" y="643467"/>
            <a:ext cx="8610600" cy="58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23771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206</TotalTime>
  <Words>566</Words>
  <Application>Microsoft Office PowerPoint</Application>
  <PresentationFormat>Widescreen</PresentationFormat>
  <Paragraphs>133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Cambria</vt:lpstr>
      <vt:lpstr>Century Gothic</vt:lpstr>
      <vt:lpstr>Wingdings 3</vt:lpstr>
      <vt:lpstr>Wisp</vt:lpstr>
      <vt:lpstr>AGRICULTURE CROP YIELD</vt:lpstr>
      <vt:lpstr>INTRODUCTION</vt:lpstr>
      <vt:lpstr>OBJECTIVES</vt:lpstr>
      <vt:lpstr>DATASET OVERVIEW</vt:lpstr>
      <vt:lpstr>DATA CLEANING</vt:lpstr>
      <vt:lpstr>DASHBOARD QUESTION 1</vt:lpstr>
      <vt:lpstr>QUESTION 2</vt:lpstr>
      <vt:lpstr>QUESTION 3</vt:lpstr>
      <vt:lpstr>QUESTION 4</vt:lpstr>
      <vt:lpstr>QUESTION 5</vt:lpstr>
      <vt:lpstr>KEY INSIGHTS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Manpreet Kaur</dc:creator>
  <cp:lastModifiedBy>Manpreet Kaur</cp:lastModifiedBy>
  <cp:revision>1</cp:revision>
  <dcterms:created xsi:type="dcterms:W3CDTF">2026-07-02T16:27:36Z</dcterms:created>
  <dcterms:modified xsi:type="dcterms:W3CDTF">2026-07-03T06:42:34Z</dcterms:modified>
</cp:coreProperties>
</file>